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ita Saha [MAHE-MITBLR]" userId="0dc08423-e4fc-497b-a80f-28deb876a360" providerId="ADAL" clId="{AE46AE46-388A-4E9F-9688-3559E5DDCAB2}"/>
    <pc:docChg chg="custSel addSld modSld">
      <pc:chgData name="Jayita Saha [MAHE-MITBLR]" userId="0dc08423-e4fc-497b-a80f-28deb876a360" providerId="ADAL" clId="{AE46AE46-388A-4E9F-9688-3559E5DDCAB2}" dt="2025-05-08T10:10:06.549" v="123" actId="20577"/>
      <pc:docMkLst>
        <pc:docMk/>
      </pc:docMkLst>
      <pc:sldChg chg="modSp mod">
        <pc:chgData name="Jayita Saha [MAHE-MITBLR]" userId="0dc08423-e4fc-497b-a80f-28deb876a360" providerId="ADAL" clId="{AE46AE46-388A-4E9F-9688-3559E5DDCAB2}" dt="2025-05-08T10:08:07.649" v="7" actId="20577"/>
        <pc:sldMkLst>
          <pc:docMk/>
          <pc:sldMk cId="659389600" sldId="256"/>
        </pc:sldMkLst>
        <pc:spChg chg="mod">
          <ac:chgData name="Jayita Saha [MAHE-MITBLR]" userId="0dc08423-e4fc-497b-a80f-28deb876a360" providerId="ADAL" clId="{AE46AE46-388A-4E9F-9688-3559E5DDCAB2}" dt="2025-05-08T10:08:07.649" v="7" actId="20577"/>
          <ac:spMkLst>
            <pc:docMk/>
            <pc:sldMk cId="659389600" sldId="256"/>
            <ac:spMk id="6" creationId="{98FE461C-3DDE-807D-631A-DFF092E23443}"/>
          </ac:spMkLst>
        </pc:spChg>
      </pc:sldChg>
      <pc:sldChg chg="modSp mod">
        <pc:chgData name="Jayita Saha [MAHE-MITBLR]" userId="0dc08423-e4fc-497b-a80f-28deb876a360" providerId="ADAL" clId="{AE46AE46-388A-4E9F-9688-3559E5DDCAB2}" dt="2025-05-08T10:08:16.513" v="9" actId="27636"/>
        <pc:sldMkLst>
          <pc:docMk/>
          <pc:sldMk cId="2442296127" sldId="257"/>
        </pc:sldMkLst>
        <pc:spChg chg="mod">
          <ac:chgData name="Jayita Saha [MAHE-MITBLR]" userId="0dc08423-e4fc-497b-a80f-28deb876a360" providerId="ADAL" clId="{AE46AE46-388A-4E9F-9688-3559E5DDCAB2}" dt="2025-05-08T10:08:16.513" v="9" actId="27636"/>
          <ac:spMkLst>
            <pc:docMk/>
            <pc:sldMk cId="2442296127" sldId="257"/>
            <ac:spMk id="3" creationId="{66A90D84-822D-02BC-CDF3-7B9D2A521EFE}"/>
          </ac:spMkLst>
        </pc:spChg>
      </pc:sldChg>
      <pc:sldChg chg="modSp mod">
        <pc:chgData name="Jayita Saha [MAHE-MITBLR]" userId="0dc08423-e4fc-497b-a80f-28deb876a360" providerId="ADAL" clId="{AE46AE46-388A-4E9F-9688-3559E5DDCAB2}" dt="2025-05-08T10:09:40.924" v="70" actId="20577"/>
        <pc:sldMkLst>
          <pc:docMk/>
          <pc:sldMk cId="2977233156" sldId="260"/>
        </pc:sldMkLst>
        <pc:spChg chg="mod">
          <ac:chgData name="Jayita Saha [MAHE-MITBLR]" userId="0dc08423-e4fc-497b-a80f-28deb876a360" providerId="ADAL" clId="{AE46AE46-388A-4E9F-9688-3559E5DDCAB2}" dt="2025-05-08T10:09:40.924" v="70" actId="20577"/>
          <ac:spMkLst>
            <pc:docMk/>
            <pc:sldMk cId="2977233156" sldId="260"/>
            <ac:spMk id="3" creationId="{6D873C18-48C7-7676-64D1-AEFF46AA2FA7}"/>
          </ac:spMkLst>
        </pc:spChg>
      </pc:sldChg>
      <pc:sldChg chg="modSp new mod">
        <pc:chgData name="Jayita Saha [MAHE-MITBLR]" userId="0dc08423-e4fc-497b-a80f-28deb876a360" providerId="ADAL" clId="{AE46AE46-388A-4E9F-9688-3559E5DDCAB2}" dt="2025-05-08T10:10:06.549" v="123" actId="20577"/>
        <pc:sldMkLst>
          <pc:docMk/>
          <pc:sldMk cId="3521006235" sldId="261"/>
        </pc:sldMkLst>
        <pc:spChg chg="mod">
          <ac:chgData name="Jayita Saha [MAHE-MITBLR]" userId="0dc08423-e4fc-497b-a80f-28deb876a360" providerId="ADAL" clId="{AE46AE46-388A-4E9F-9688-3559E5DDCAB2}" dt="2025-05-08T10:10:06.549" v="123" actId="20577"/>
          <ac:spMkLst>
            <pc:docMk/>
            <pc:sldMk cId="3521006235" sldId="261"/>
            <ac:spMk id="2" creationId="{8D5C9270-7425-8754-559B-F7887A4860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2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2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29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6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5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9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4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355976-DE5B-41C8-9AEE-0426DE0BEE1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929-8126-6D5E-DBC8-026598A17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4478" y="1911843"/>
            <a:ext cx="8689976" cy="981073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Name of  students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Registration No</a:t>
            </a:r>
          </a:p>
          <a:p>
            <a:r>
              <a:rPr lang="en-US" dirty="0"/>
              <a:t>Under Supervision (Name of Internal Guide with designation and affiliation)</a:t>
            </a:r>
          </a:p>
          <a:p>
            <a:endParaRPr lang="en-US" dirty="0"/>
          </a:p>
        </p:txBody>
      </p:sp>
      <p:pic>
        <p:nvPicPr>
          <p:cNvPr id="1027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DD76A44-6552-A47A-D46F-6102A5B6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FE461C-3DDE-807D-631A-DFF092E23443}"/>
              </a:ext>
            </a:extLst>
          </p:cNvPr>
          <p:cNvSpPr txBox="1"/>
          <p:nvPr/>
        </p:nvSpPr>
        <p:spPr>
          <a:xfrm>
            <a:off x="4327036" y="3151048"/>
            <a:ext cx="350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Exam:  Phase-1 Review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FD27-0C71-B6CD-B2AC-8AAF1E7E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List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0D84-822D-02BC-CDF3-7B9D2A52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r>
              <a:rPr lang="en-GB" dirty="0"/>
              <a:t>1.Abstract</a:t>
            </a:r>
            <a:endParaRPr lang="en-IN" dirty="0"/>
          </a:p>
          <a:p>
            <a:r>
              <a:rPr lang="en-GB" dirty="0"/>
              <a:t>2.Introduction</a:t>
            </a:r>
            <a:endParaRPr lang="en-IN" dirty="0"/>
          </a:p>
          <a:p>
            <a:r>
              <a:rPr lang="en-GB" dirty="0"/>
              <a:t>3.Literature Review</a:t>
            </a:r>
            <a:endParaRPr lang="en-IN" dirty="0"/>
          </a:p>
          <a:p>
            <a:r>
              <a:rPr lang="en-GB" dirty="0"/>
              <a:t>4.Objectives</a:t>
            </a:r>
            <a:endParaRPr lang="en-IN" dirty="0"/>
          </a:p>
          <a:p>
            <a:r>
              <a:rPr lang="en-GB" dirty="0"/>
              <a:t>5.Methodology</a:t>
            </a:r>
            <a:endParaRPr lang="en-IN" dirty="0"/>
          </a:p>
          <a:p>
            <a:r>
              <a:rPr lang="en-GB" dirty="0"/>
              <a:t>6.Conclusion</a:t>
            </a:r>
            <a:endParaRPr lang="en-IN" dirty="0"/>
          </a:p>
          <a:p>
            <a:r>
              <a:rPr lang="en-GB" dirty="0"/>
              <a:t>7.References</a:t>
            </a:r>
            <a:endParaRPr lang="en-IN" dirty="0"/>
          </a:p>
          <a:p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DC31D46-8781-3C2C-C6D6-B6C0BEA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9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068-29B0-E02B-42F5-4E70D285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0355-EAFD-C3CB-BAF6-3FAF36CA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10364452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                                     Thank you and QA</a:t>
            </a:r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96ED3AE-21A9-AAF9-6E5D-6E49D10BB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385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330</TotalTime>
  <Words>55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Retrospect</vt:lpstr>
      <vt:lpstr>Title of project</vt:lpstr>
      <vt:lpstr>List of contents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Susheel Kumar K [MAHE-MITBLR]</dc:creator>
  <cp:lastModifiedBy>Vamshi Krishna B [MAHE-MITBLR]</cp:lastModifiedBy>
  <cp:revision>6</cp:revision>
  <dcterms:created xsi:type="dcterms:W3CDTF">2025-02-25T17:39:52Z</dcterms:created>
  <dcterms:modified xsi:type="dcterms:W3CDTF">2026-02-02T09:40:25Z</dcterms:modified>
</cp:coreProperties>
</file>