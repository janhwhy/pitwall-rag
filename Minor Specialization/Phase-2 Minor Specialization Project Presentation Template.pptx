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57" r:id="rId3"/>
    <p:sldId id="260" r:id="rId4"/>
    <p:sldId id="261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ita Saha [MAHE-MITBLR]" userId="0dc08423-e4fc-497b-a80f-28deb876a360" providerId="ADAL" clId="{AE46AE46-388A-4E9F-9688-3559E5DDCAB2}"/>
    <pc:docChg chg="custSel addSld modSld">
      <pc:chgData name="Jayita Saha [MAHE-MITBLR]" userId="0dc08423-e4fc-497b-a80f-28deb876a360" providerId="ADAL" clId="{AE46AE46-388A-4E9F-9688-3559E5DDCAB2}" dt="2025-05-08T10:10:06.549" v="123" actId="20577"/>
      <pc:docMkLst>
        <pc:docMk/>
      </pc:docMkLst>
      <pc:sldChg chg="modSp mod">
        <pc:chgData name="Jayita Saha [MAHE-MITBLR]" userId="0dc08423-e4fc-497b-a80f-28deb876a360" providerId="ADAL" clId="{AE46AE46-388A-4E9F-9688-3559E5DDCAB2}" dt="2025-05-08T10:08:07.649" v="7" actId="20577"/>
        <pc:sldMkLst>
          <pc:docMk/>
          <pc:sldMk cId="659389600" sldId="256"/>
        </pc:sldMkLst>
        <pc:spChg chg="mod">
          <ac:chgData name="Jayita Saha [MAHE-MITBLR]" userId="0dc08423-e4fc-497b-a80f-28deb876a360" providerId="ADAL" clId="{AE46AE46-388A-4E9F-9688-3559E5DDCAB2}" dt="2025-05-08T10:08:07.649" v="7" actId="20577"/>
          <ac:spMkLst>
            <pc:docMk/>
            <pc:sldMk cId="659389600" sldId="256"/>
            <ac:spMk id="6" creationId="{98FE461C-3DDE-807D-631A-DFF092E23443}"/>
          </ac:spMkLst>
        </pc:spChg>
      </pc:sldChg>
      <pc:sldChg chg="modSp mod">
        <pc:chgData name="Jayita Saha [MAHE-MITBLR]" userId="0dc08423-e4fc-497b-a80f-28deb876a360" providerId="ADAL" clId="{AE46AE46-388A-4E9F-9688-3559E5DDCAB2}" dt="2025-05-08T10:08:16.513" v="9" actId="27636"/>
        <pc:sldMkLst>
          <pc:docMk/>
          <pc:sldMk cId="2442296127" sldId="257"/>
        </pc:sldMkLst>
        <pc:spChg chg="mod">
          <ac:chgData name="Jayita Saha [MAHE-MITBLR]" userId="0dc08423-e4fc-497b-a80f-28deb876a360" providerId="ADAL" clId="{AE46AE46-388A-4E9F-9688-3559E5DDCAB2}" dt="2025-05-08T10:08:16.513" v="9" actId="27636"/>
          <ac:spMkLst>
            <pc:docMk/>
            <pc:sldMk cId="2442296127" sldId="257"/>
            <ac:spMk id="3" creationId="{66A90D84-822D-02BC-CDF3-7B9D2A521EFE}"/>
          </ac:spMkLst>
        </pc:spChg>
      </pc:sldChg>
      <pc:sldChg chg="modSp mod">
        <pc:chgData name="Jayita Saha [MAHE-MITBLR]" userId="0dc08423-e4fc-497b-a80f-28deb876a360" providerId="ADAL" clId="{AE46AE46-388A-4E9F-9688-3559E5DDCAB2}" dt="2025-05-08T10:09:40.924" v="70" actId="20577"/>
        <pc:sldMkLst>
          <pc:docMk/>
          <pc:sldMk cId="2977233156" sldId="260"/>
        </pc:sldMkLst>
        <pc:spChg chg="mod">
          <ac:chgData name="Jayita Saha [MAHE-MITBLR]" userId="0dc08423-e4fc-497b-a80f-28deb876a360" providerId="ADAL" clId="{AE46AE46-388A-4E9F-9688-3559E5DDCAB2}" dt="2025-05-08T10:09:40.924" v="70" actId="20577"/>
          <ac:spMkLst>
            <pc:docMk/>
            <pc:sldMk cId="2977233156" sldId="260"/>
            <ac:spMk id="3" creationId="{6D873C18-48C7-7676-64D1-AEFF46AA2FA7}"/>
          </ac:spMkLst>
        </pc:spChg>
      </pc:sldChg>
      <pc:sldChg chg="modSp new mod">
        <pc:chgData name="Jayita Saha [MAHE-MITBLR]" userId="0dc08423-e4fc-497b-a80f-28deb876a360" providerId="ADAL" clId="{AE46AE46-388A-4E9F-9688-3559E5DDCAB2}" dt="2025-05-08T10:10:06.549" v="123" actId="20577"/>
        <pc:sldMkLst>
          <pc:docMk/>
          <pc:sldMk cId="3521006235" sldId="261"/>
        </pc:sldMkLst>
        <pc:spChg chg="mod">
          <ac:chgData name="Jayita Saha [MAHE-MITBLR]" userId="0dc08423-e4fc-497b-a80f-28deb876a360" providerId="ADAL" clId="{AE46AE46-388A-4E9F-9688-3559E5DDCAB2}" dt="2025-05-08T10:10:06.549" v="123" actId="20577"/>
          <ac:spMkLst>
            <pc:docMk/>
            <pc:sldMk cId="3521006235" sldId="261"/>
            <ac:spMk id="2" creationId="{8D5C9270-7425-8754-559B-F7887A48604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723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26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29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3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66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54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4355976-DE5B-41C8-9AEE-0426DE0BEE1D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9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41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1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55976-DE5B-41C8-9AEE-0426DE0BEE1D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5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4355976-DE5B-41C8-9AEE-0426DE0BEE1D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55E9AE8-326F-482A-A6A2-E8A1CAEF747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73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0929-8126-6D5E-DBC8-026598A17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4478" y="1911843"/>
            <a:ext cx="8689976" cy="981073"/>
          </a:xfrm>
        </p:spPr>
        <p:txBody>
          <a:bodyPr>
            <a:normAutofit fontScale="90000"/>
          </a:bodyPr>
          <a:lstStyle/>
          <a:p>
            <a:r>
              <a:rPr lang="en-US" dirty="0"/>
              <a:t>Title of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301D2-211A-7B33-32B5-9BF44B2D1D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Name of  students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Registration No</a:t>
            </a:r>
          </a:p>
          <a:p>
            <a:r>
              <a:rPr lang="en-US" dirty="0"/>
              <a:t>Under Supervision (Name of Internal Guide with designation and affiliation)</a:t>
            </a:r>
          </a:p>
          <a:p>
            <a:endParaRPr lang="en-US" dirty="0"/>
          </a:p>
        </p:txBody>
      </p:sp>
      <p:pic>
        <p:nvPicPr>
          <p:cNvPr id="1027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2DD76A44-6552-A47A-D46F-6102A5B65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981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FE461C-3DDE-807D-631A-DFF092E23443}"/>
              </a:ext>
            </a:extLst>
          </p:cNvPr>
          <p:cNvSpPr txBox="1"/>
          <p:nvPr/>
        </p:nvSpPr>
        <p:spPr>
          <a:xfrm>
            <a:off x="4327036" y="3151048"/>
            <a:ext cx="3905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Exam: Final Phase Review</a:t>
            </a:r>
          </a:p>
        </p:txBody>
      </p:sp>
    </p:spTree>
    <p:extLst>
      <p:ext uri="{BB962C8B-B14F-4D97-AF65-F5344CB8AC3E}">
        <p14:creationId xmlns:p14="http://schemas.microsoft.com/office/powerpoint/2010/main" val="65938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FD27-0C71-B6CD-B2AC-8AAF1E7E5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rPr lang="en-US" dirty="0"/>
              <a:t>List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90D84-822D-02BC-CDF3-7B9D2A521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265237"/>
            <a:ext cx="10364452" cy="54959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1: 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Brief overview of the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Objectives of the project</a:t>
            </a:r>
          </a:p>
          <a:p>
            <a:pPr>
              <a:buNone/>
            </a:pPr>
            <a:r>
              <a:rPr lang="en-US" b="1" dirty="0"/>
              <a:t>2: Literature Review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Existing solutions and research background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Gaps identified in the current methods</a:t>
            </a:r>
          </a:p>
          <a:p>
            <a:pPr>
              <a:buNone/>
            </a:pPr>
            <a:r>
              <a:rPr lang="en-US" b="1" dirty="0"/>
              <a:t>3: Proposed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Description of your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Tools, technologies, and frameworks used</a:t>
            </a:r>
          </a:p>
          <a:p>
            <a:pPr>
              <a:buNone/>
            </a:pPr>
            <a:r>
              <a:rPr lang="en-US" b="1" dirty="0"/>
              <a:t>4: Methodology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 architecture / Workflow diagram</a:t>
            </a:r>
          </a:p>
          <a:p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9DC31D46-8781-3C2C-C6D6-B6C0BEAAC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296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AD411-6FCE-F60F-F6D1-6EB8F9AE8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51818"/>
            <a:ext cx="4239250" cy="9134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73C18-48C7-7676-64D1-AEFF46AA2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409701"/>
            <a:ext cx="10364452" cy="52101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5. Experimental Setup &amp; Dataset </a:t>
            </a:r>
            <a:r>
              <a:rPr lang="en-US" b="1" i="1" dirty="0"/>
              <a:t>(if applicable)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Description of dataset used</a:t>
            </a:r>
          </a:p>
          <a:p>
            <a:pPr marL="0" indent="0">
              <a:buNone/>
            </a:pPr>
            <a:r>
              <a:rPr lang="en-US" dirty="0"/>
              <a:t>6. Performance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Result and Summary</a:t>
            </a:r>
          </a:p>
          <a:p>
            <a:pPr>
              <a:buNone/>
            </a:pPr>
            <a:r>
              <a:rPr lang="en-US" b="1" dirty="0"/>
              <a:t>6: 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Summary of findings</a:t>
            </a:r>
          </a:p>
          <a:p>
            <a:pPr>
              <a:buNone/>
            </a:pPr>
            <a:r>
              <a:rPr lang="en-US" b="1" dirty="0"/>
              <a:t>7: 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List of papers, books, and sources cited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0F5E32F3-3B1A-F451-5C3C-BBF3048EA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981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7233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C9270-7425-8754-559B-F7887A48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 of Published or Communicated research paper if any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2B175-9483-BBAD-A358-53E730483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06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6068-29B0-E02B-42F5-4E70D285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0355-EAFD-C3CB-BAF6-3FAF36CA0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10364452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200" dirty="0"/>
              <a:t>                                     Thank you and QA</a:t>
            </a:r>
          </a:p>
        </p:txBody>
      </p:sp>
      <p:pic>
        <p:nvPicPr>
          <p:cNvPr id="5" name="Picture 5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696ED3AE-21A9-AAF9-6E5D-6E49D10BB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300" y="-1"/>
            <a:ext cx="5727700" cy="981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03858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329</TotalTime>
  <Words>134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Retrospect</vt:lpstr>
      <vt:lpstr>Title of project</vt:lpstr>
      <vt:lpstr>List of contents</vt:lpstr>
      <vt:lpstr>PowerPoint Presentation</vt:lpstr>
      <vt:lpstr>Details of Published or Communicated research paper if any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Susheel Kumar K [MAHE-MITBLR]</dc:creator>
  <cp:lastModifiedBy>Vamshi Krishna B [MAHE-MITBLR]</cp:lastModifiedBy>
  <cp:revision>4</cp:revision>
  <dcterms:created xsi:type="dcterms:W3CDTF">2025-02-25T17:39:52Z</dcterms:created>
  <dcterms:modified xsi:type="dcterms:W3CDTF">2025-08-08T04:59:01Z</dcterms:modified>
</cp:coreProperties>
</file>